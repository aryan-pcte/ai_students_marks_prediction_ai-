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8" r:id="rId3"/>
    <p:sldId id="259" r:id="rId4"/>
    <p:sldId id="260" r:id="rId5"/>
    <p:sldId id="268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4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51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7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29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8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8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7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4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88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122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03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9742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2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1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421A6-7DC8-482B-AC60-F5E9E6D178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C47209-0A35-4006-9C72-8C74AFB2D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7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308E-9807-74EB-FE65-19F99395F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696" y="2404531"/>
            <a:ext cx="9089135" cy="1646302"/>
          </a:xfrm>
        </p:spPr>
        <p:txBody>
          <a:bodyPr/>
          <a:lstStyle/>
          <a:p>
            <a:r>
              <a:rPr lang="en-US" b="1" dirty="0"/>
              <a:t>Students_Marks_Prediction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4E4B8-3D32-DB0C-8526-3D164666D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2" y="3931961"/>
            <a:ext cx="7766936" cy="1096899"/>
          </a:xfrm>
        </p:spPr>
        <p:txBody>
          <a:bodyPr>
            <a:normAutofit/>
          </a:bodyPr>
          <a:lstStyle/>
          <a:p>
            <a:r>
              <a:rPr lang="en-US" sz="3200" b="1" dirty="0"/>
              <a:t>In jupyter</a:t>
            </a:r>
          </a:p>
        </p:txBody>
      </p:sp>
    </p:spTree>
    <p:extLst>
      <p:ext uri="{BB962C8B-B14F-4D97-AF65-F5344CB8AC3E}">
        <p14:creationId xmlns:p14="http://schemas.microsoft.com/office/powerpoint/2010/main" val="3663826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FCB9-9399-CAB5-36E6-95AE559D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A125E-AB64-503F-E2E5-397BF16B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94767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pd.read_csv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r"D</a:t>
            </a:r>
            <a:r>
              <a:rPr lang="en-US" dirty="0">
                <a:solidFill>
                  <a:schemeClr val="tx1"/>
                </a:solidFill>
              </a:rPr>
              <a:t>:\student_marks.csv")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df.head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20ECF2-AD72-154F-20CA-A477A1A3B0CB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78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This code is used to read a student marks dataset and preview its data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3540-37A8-6547-755F-3E1F4C326B5A}"/>
              </a:ext>
            </a:extLst>
          </p:cNvPr>
          <p:cNvSpPr txBox="1">
            <a:spLocks/>
          </p:cNvSpPr>
          <p:nvPr/>
        </p:nvSpPr>
        <p:spPr>
          <a:xfrm>
            <a:off x="2978574" y="3886201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E0FCE0-1665-AD04-318E-D2A3B877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79" y="4431997"/>
            <a:ext cx="6731346" cy="18161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A8FD7C-56A8-E492-1CAD-02B71BB22996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1.) </a:t>
            </a:r>
            <a:r>
              <a:rPr lang="en-US" b="1" dirty="0" err="1"/>
              <a:t>pd.read_csv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88338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DCE1B-0236-96B7-7F9A-62FBAAF3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260B-1F6C-D44E-8876-F6D24F9B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FE718-DA26-FB36-8AAD-EB6229A1F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94767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pd.read_csv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r"D</a:t>
            </a:r>
            <a:r>
              <a:rPr lang="en-US" dirty="0">
                <a:solidFill>
                  <a:schemeClr val="tx1"/>
                </a:solidFill>
              </a:rPr>
              <a:t>:\student_marks.csv")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df.head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1243F3-C390-5D34-3A8B-E36C10E330B0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78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Used to Show the Top Rows of the Dataset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D8E9A9-5DAC-5B02-7747-5586DB928DFD}"/>
              </a:ext>
            </a:extLst>
          </p:cNvPr>
          <p:cNvSpPr txBox="1">
            <a:spLocks/>
          </p:cNvSpPr>
          <p:nvPr/>
        </p:nvSpPr>
        <p:spPr>
          <a:xfrm>
            <a:off x="2978574" y="3886201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2480C-ABC4-4CE2-1541-FA48A797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279" y="4431997"/>
            <a:ext cx="6731346" cy="18161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CA17B4-5E3C-7E06-CA41-B653A4A974F5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2.) </a:t>
            </a:r>
            <a:r>
              <a:rPr lang="en-US" b="1" dirty="0" err="1"/>
              <a:t>df.head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9869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55C8-520C-5C1D-57FD-FBFE681E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7C9C-1C01-3B74-2235-A47B0BA6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2C65-A2CF-34E6-F7C2-E275F83C1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94767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df.shape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7A28F2-F5CE-5FA2-6CE6-9A69C271C276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78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display the number of rows and columns in a DataFrame.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A49E6B-1680-FC31-BD97-3027C2CB2BCC}"/>
              </a:ext>
            </a:extLst>
          </p:cNvPr>
          <p:cNvSpPr txBox="1">
            <a:spLocks/>
          </p:cNvSpPr>
          <p:nvPr/>
        </p:nvSpPr>
        <p:spPr>
          <a:xfrm>
            <a:off x="2978574" y="3886201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4CAC7-9ED0-8E4E-DEAE-B244E91E95C1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3.) </a:t>
            </a:r>
            <a:r>
              <a:rPr lang="en-US" b="1" dirty="0" err="1"/>
              <a:t>df.shape</a:t>
            </a:r>
            <a:r>
              <a:rPr lang="en-US" b="1" dirty="0"/>
              <a:t>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CDEBB-3AF3-462E-EE9A-7F8D7ADB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13" y="4526282"/>
            <a:ext cx="768389" cy="27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68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DFA1-0D07-E102-355D-735DD9AF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1E61-0311-D512-5A04-99020182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BBFD-5569-44F8-40AD-61A9A068A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94767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df.Maths.mean</a:t>
            </a:r>
            <a:r>
              <a:rPr lang="en-US" dirty="0">
                <a:solidFill>
                  <a:schemeClr val="tx1"/>
                </a:solidFill>
              </a:rPr>
              <a:t>()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84571D-ABEC-4D03-EDD8-A6E9A7A5581F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783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calculate the Average (mean) of  numeric columns in the dataset.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1CDBB4-44EB-8590-0A3E-DB226ADAEAE5}"/>
              </a:ext>
            </a:extLst>
          </p:cNvPr>
          <p:cNvSpPr txBox="1">
            <a:spLocks/>
          </p:cNvSpPr>
          <p:nvPr/>
        </p:nvSpPr>
        <p:spPr>
          <a:xfrm>
            <a:off x="2978574" y="3886201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726D5-BE73-2F28-3398-D1743622BB77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4.) </a:t>
            </a:r>
            <a:r>
              <a:rPr lang="en-US" b="1" dirty="0" err="1"/>
              <a:t>df.mean</a:t>
            </a:r>
            <a:r>
              <a:rPr lang="en-US" b="1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D260A-1BBB-137C-5955-EF9B2885A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576" y="4507994"/>
            <a:ext cx="609631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9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F412-163D-B133-E2C3-5B93E632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4B56-D4E2-7A88-8853-B3645441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FF3E-C5AB-B221-254B-E6408324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03326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df.info()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BAADE3-A2B9-D3A3-6724-CF54224C728D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2801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get complete information about your dataset.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742C75-98F7-ABB1-4891-F72B1C5751EF}"/>
              </a:ext>
            </a:extLst>
          </p:cNvPr>
          <p:cNvSpPr txBox="1">
            <a:spLocks/>
          </p:cNvSpPr>
          <p:nvPr/>
        </p:nvSpPr>
        <p:spPr>
          <a:xfrm>
            <a:off x="2978574" y="3191257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5A478-00C2-A753-9366-0D4B860F9A1A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5.) df.info()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B657A-7D44-BA65-96E9-2C52E94B6277}"/>
              </a:ext>
            </a:extLst>
          </p:cNvPr>
          <p:cNvSpPr/>
          <p:nvPr/>
        </p:nvSpPr>
        <p:spPr>
          <a:xfrm>
            <a:off x="2978574" y="3639313"/>
            <a:ext cx="3467946" cy="317126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C277-9FCE-69C2-DC54-8EEE629D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EC80-E172-C266-F9C7-4432BF8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3004-52E0-D18E-DBD9-41AFC154B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0"/>
            <a:ext cx="3117426" cy="103326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df.describe</a:t>
            </a:r>
            <a:r>
              <a:rPr lang="en-US" dirty="0">
                <a:solidFill>
                  <a:schemeClr val="tx1"/>
                </a:solidFill>
              </a:rPr>
              <a:t>()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35E6C-4CB5-86B4-E6B4-DB14B512DC1F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280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show the</a:t>
            </a:r>
            <a:r>
              <a:rPr lang="en-US" b="1" dirty="0"/>
              <a:t> S</a:t>
            </a:r>
            <a:r>
              <a:rPr lang="en-US" dirty="0"/>
              <a:t>tatistical Summary of your dataset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8D07C1-31B7-07C5-F650-5C273AAC1F3B}"/>
              </a:ext>
            </a:extLst>
          </p:cNvPr>
          <p:cNvSpPr txBox="1">
            <a:spLocks/>
          </p:cNvSpPr>
          <p:nvPr/>
        </p:nvSpPr>
        <p:spPr>
          <a:xfrm>
            <a:off x="2978574" y="3191257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B1CD6-38EC-009C-B4F3-E0221A2D2785}"/>
              </a:ext>
            </a:extLst>
          </p:cNvPr>
          <p:cNvSpPr txBox="1"/>
          <p:nvPr/>
        </p:nvSpPr>
        <p:spPr>
          <a:xfrm>
            <a:off x="2978574" y="1262873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6.) </a:t>
            </a:r>
            <a:r>
              <a:rPr lang="en-US" b="1" dirty="0" err="1"/>
              <a:t>df.describe</a:t>
            </a:r>
            <a:r>
              <a:rPr lang="en-US" b="1" dirty="0"/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25A1FD-B646-D4A6-87D3-E331C8C03045}"/>
              </a:ext>
            </a:extLst>
          </p:cNvPr>
          <p:cNvSpPr/>
          <p:nvPr/>
        </p:nvSpPr>
        <p:spPr>
          <a:xfrm>
            <a:off x="1152144" y="3625597"/>
            <a:ext cx="7747485" cy="314553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03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18F4-258D-8903-46A3-4B674106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B6BD-0CB0-F84A-6E3D-767966EB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88F1-DA2E-4374-2E65-5BCCF1F2D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1"/>
            <a:ext cx="3117426" cy="36933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73117D-0C55-714D-17A6-7A9B65472A53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2801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show the relationship between two variables using dots (points).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998511-1FDB-3A03-6EF8-7E35B3FB0FFD}"/>
              </a:ext>
            </a:extLst>
          </p:cNvPr>
          <p:cNvSpPr txBox="1">
            <a:spLocks/>
          </p:cNvSpPr>
          <p:nvPr/>
        </p:nvSpPr>
        <p:spPr>
          <a:xfrm>
            <a:off x="2859702" y="3748468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89482-E11A-CE80-23AB-18D82C69D8D5}"/>
              </a:ext>
            </a:extLst>
          </p:cNvPr>
          <p:cNvSpPr txBox="1"/>
          <p:nvPr/>
        </p:nvSpPr>
        <p:spPr>
          <a:xfrm>
            <a:off x="2978574" y="1262873"/>
            <a:ext cx="256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7.) Scatter Plot 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69507-1554-758A-8BA9-E4A8AE831798}"/>
              </a:ext>
            </a:extLst>
          </p:cNvPr>
          <p:cNvSpPr txBox="1"/>
          <p:nvPr/>
        </p:nvSpPr>
        <p:spPr>
          <a:xfrm>
            <a:off x="569734" y="2271140"/>
            <a:ext cx="48176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plt.scatter</a:t>
            </a:r>
            <a:r>
              <a:rPr lang="en-US" dirty="0"/>
              <a:t>(x=</a:t>
            </a:r>
            <a:r>
              <a:rPr lang="en-US" dirty="0" err="1"/>
              <a:t>df.Name,y</a:t>
            </a:r>
            <a:r>
              <a:rPr lang="en-US" dirty="0"/>
              <a:t>=</a:t>
            </a:r>
            <a:r>
              <a:rPr lang="en-US" dirty="0" err="1"/>
              <a:t>df.Maths</a:t>
            </a:r>
            <a:r>
              <a:rPr lang="en-US" dirty="0"/>
              <a:t>)</a:t>
            </a:r>
          </a:p>
          <a:p>
            <a:r>
              <a:rPr lang="en-US" dirty="0" err="1"/>
              <a:t>plt.xlabel</a:t>
            </a:r>
            <a:r>
              <a:rPr lang="en-US" dirty="0"/>
              <a:t>("Name")</a:t>
            </a:r>
          </a:p>
          <a:p>
            <a:r>
              <a:rPr lang="en-US" dirty="0" err="1"/>
              <a:t>plt.ylabel</a:t>
            </a:r>
            <a:r>
              <a:rPr lang="en-US" dirty="0"/>
              <a:t>("Maths")</a:t>
            </a:r>
          </a:p>
          <a:p>
            <a:r>
              <a:rPr lang="en-US" dirty="0" err="1"/>
              <a:t>plt.title</a:t>
            </a:r>
            <a:r>
              <a:rPr lang="en-US" dirty="0"/>
              <a:t>("Students </a:t>
            </a:r>
            <a:r>
              <a:rPr lang="en-US" dirty="0" err="1"/>
              <a:t>MathsMarksprediction</a:t>
            </a:r>
            <a:r>
              <a:rPr lang="en-US" dirty="0"/>
              <a:t>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1DD1ED-9429-2A51-4202-AA9006DFC805}"/>
              </a:ext>
            </a:extLst>
          </p:cNvPr>
          <p:cNvSpPr/>
          <p:nvPr/>
        </p:nvSpPr>
        <p:spPr>
          <a:xfrm>
            <a:off x="1252728" y="4081077"/>
            <a:ext cx="7287768" cy="271291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7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F853-EA1B-6569-1FBB-0C2B3BE1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EB4D-9A1F-E6E1-A4C1-B0803F94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53" y="358937"/>
            <a:ext cx="8596668" cy="716280"/>
          </a:xfrm>
        </p:spPr>
        <p:txBody>
          <a:bodyPr/>
          <a:lstStyle/>
          <a:p>
            <a:pPr algn="ctr"/>
            <a:r>
              <a:rPr lang="en-US" b="1" dirty="0"/>
              <a:t>Jupyter Commands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50748-9A32-BBA3-75F7-A9CD7F56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58" y="1938531"/>
            <a:ext cx="3117426" cy="36933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3D1327-DF3F-7550-89DE-E4DBA6A40D7B}"/>
              </a:ext>
            </a:extLst>
          </p:cNvPr>
          <p:cNvSpPr txBox="1">
            <a:spLocks/>
          </p:cNvSpPr>
          <p:nvPr/>
        </p:nvSpPr>
        <p:spPr>
          <a:xfrm>
            <a:off x="5316392" y="1938530"/>
            <a:ext cx="3117426" cy="12801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dirty="0"/>
              <a:t>Used to find the Average (mean) of the Maths marks column.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9EEF05-2AC4-30DF-7860-354DDC5DAEB0}"/>
              </a:ext>
            </a:extLst>
          </p:cNvPr>
          <p:cNvSpPr txBox="1">
            <a:spLocks/>
          </p:cNvSpPr>
          <p:nvPr/>
        </p:nvSpPr>
        <p:spPr>
          <a:xfrm>
            <a:off x="2859702" y="3748468"/>
            <a:ext cx="3117426" cy="4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OUTPUT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C9B6F-BD3A-68B1-31A8-A062DB495D01}"/>
              </a:ext>
            </a:extLst>
          </p:cNvPr>
          <p:cNvSpPr txBox="1"/>
          <p:nvPr/>
        </p:nvSpPr>
        <p:spPr>
          <a:xfrm>
            <a:off x="2978574" y="1262873"/>
            <a:ext cx="256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8.)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46996-2B89-BB65-6B08-5EEE0B307E1A}"/>
              </a:ext>
            </a:extLst>
          </p:cNvPr>
          <p:cNvSpPr txBox="1"/>
          <p:nvPr/>
        </p:nvSpPr>
        <p:spPr>
          <a:xfrm>
            <a:off x="569734" y="2271140"/>
            <a:ext cx="481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df.Maths.mean</a:t>
            </a:r>
            <a:r>
              <a:rPr lang="en-US" dirty="0"/>
              <a:t>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9B0CFC-67FA-73AE-3B2B-10A5D0DE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808" y="4377036"/>
            <a:ext cx="1104957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22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6B9E-9E6D-1184-16E9-1816AB12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33CBA-97EE-7FCD-0F53-5558F5EE3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1093"/>
            <a:ext cx="8596668" cy="4454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various other Jupyter Commands such as: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24BFB3-8F4E-BA60-0827-2564CB2D4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550640"/>
              </p:ext>
            </p:extLst>
          </p:nvPr>
        </p:nvGraphicFramePr>
        <p:xfrm>
          <a:off x="677334" y="2226056"/>
          <a:ext cx="81279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250">
                  <a:extLst>
                    <a:ext uri="{9D8B030D-6E8A-4147-A177-3AD203B41FA5}">
                      <a16:colId xmlns:a16="http://schemas.microsoft.com/office/drawing/2014/main" val="3888471978"/>
                    </a:ext>
                  </a:extLst>
                </a:gridCol>
                <a:gridCol w="4334256">
                  <a:extLst>
                    <a:ext uri="{9D8B030D-6E8A-4147-A177-3AD203B41FA5}">
                      <a16:colId xmlns:a16="http://schemas.microsoft.com/office/drawing/2014/main" val="1497158901"/>
                    </a:ext>
                  </a:extLst>
                </a:gridCol>
                <a:gridCol w="3227493">
                  <a:extLst>
                    <a:ext uri="{9D8B030D-6E8A-4147-A177-3AD203B41FA5}">
                      <a16:colId xmlns:a16="http://schemas.microsoft.com/office/drawing/2014/main" val="3754997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df.isnull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It is used to check which values in the dataset are missing (null/empty).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0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df.isnull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().sum()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</a:t>
                      </a:r>
                      <a:r>
                        <a:rPr lang="en-US" b="0" dirty="0"/>
                        <a:t>check missing (empty) values </a:t>
                      </a:r>
                      <a:r>
                        <a:rPr lang="en-US" dirty="0"/>
                        <a:t>in each column of your dataset.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852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print("Shape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X_train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=",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x_train.shape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print("Shape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Y_train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=",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y_train.shape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print("Shape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X_test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=",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x_test.shape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print("Shape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Y_test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=",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y_test.shape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</a:t>
                      </a:r>
                      <a:r>
                        <a:rPr lang="en-US" b="0" dirty="0"/>
                        <a:t>check the size (shape) of training and testing data </a:t>
                      </a:r>
                      <a:r>
                        <a:rPr lang="en-US" dirty="0"/>
                        <a:t>in Machine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1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068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EA78-8C97-9388-6805-27F7084D9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6630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</TotalTime>
  <Words>441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Students_Marks_Prediction</vt:lpstr>
      <vt:lpstr>Jupyter Commands </vt:lpstr>
      <vt:lpstr>Jupyter Commands </vt:lpstr>
      <vt:lpstr>Jupyter Commands </vt:lpstr>
      <vt:lpstr>Jupyter Commands </vt:lpstr>
      <vt:lpstr>Jupyter Commands </vt:lpstr>
      <vt:lpstr>Jupyter Commands </vt:lpstr>
      <vt:lpstr>Jupyter Commands </vt:lpstr>
      <vt:lpstr>Jupyter Commands 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aryan- sharma</dc:creator>
  <cp:lastModifiedBy>aryan- sharma</cp:lastModifiedBy>
  <cp:revision>1</cp:revision>
  <dcterms:created xsi:type="dcterms:W3CDTF">2026-04-07T10:14:25Z</dcterms:created>
  <dcterms:modified xsi:type="dcterms:W3CDTF">2026-04-07T11:36:12Z</dcterms:modified>
</cp:coreProperties>
</file>